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— speaking notes</a:t>
            </a:r>
          </a:p>
          <a:p>
            <a:r>
              <a:t>Open by saying this is not a technology fashion presentation. It is a proposal to give the bank one organised home for its data, inside our own data centres, using enterprise tools with vendor support.</a:t>
            </a:r>
          </a:p>
          <a:p/>
          <a:p>
            <a:r>
              <a:t>Audience mix: senior management, risk, finance, IT, and data teams. Promise: by the end they will know what a lakehouse is, why we need one, how it stays on-premises, and what changes for the business in three waves.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— speaking notes</a:t>
            </a:r>
          </a:p>
          <a:p>
            <a:r>
              <a:t>Walk the room through the journey: problem → concept → architecture → business case → tools (all on-premises) → roadmap → control → AI.</a:t>
            </a:r>
          </a:p>
          <a:p/>
          <a:p>
            <a:r>
              <a:t>Decision we want: endorsement to design and stand up an on-premises lakehouse as the bank’s system of record for analytics, reporting, and future AI — with no data leaving our data centres.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— speaking notes</a:t>
            </a:r>
          </a:p>
          <a:p>
            <a:r>
              <a:t>Tell it as a story. Today the bank’s data is fragmented: a legacy data warehouse, multiple data marts, core-system extracts, and Excel. Each copy drifts. Finance, Risk, and the business often show different numbers for the “same” KPI.</a:t>
            </a:r>
          </a:p>
          <a:p/>
          <a:p>
            <a:r>
              <a:t>Consequences:</a:t>
            </a:r>
          </a:p>
          <a:p>
            <a:r>
              <a:t>• Reporting is slow. We spend time reconciling, not deciding.</a:t>
            </a:r>
          </a:p>
          <a:p>
            <a:r>
              <a:t>• Audits and regulatory reviews are painful because lineage is incomplete.</a:t>
            </a:r>
          </a:p>
          <a:p>
            <a:r>
              <a:t>• Customer analytics is incomplete — we do not see one customer across products.</a:t>
            </a:r>
          </a:p>
          <a:p>
            <a:r>
              <a:t>• AI cannot be industrialised on ungoverned copies.</a:t>
            </a:r>
          </a:p>
          <a:p/>
          <a:p>
            <a:r>
              <a:t>Close: this is not a people problem. It is an architecture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A LAKEHOUSE — speaking notes</a:t>
            </a:r>
          </a:p>
          <a:p>
            <a:r>
              <a:t>Warehouse = organised library. Excellent for finance and regulatory reports. Slow to add new kinds of data.</a:t>
            </a:r>
          </a:p>
          <a:p/>
          <a:p>
            <a:r>
              <a:t>Lake = big storage garage. Economical, but without discipline it becomes a junk pile.</a:t>
            </a:r>
          </a:p>
          <a:p/>
          <a:p>
            <a:r>
              <a:t>Lakehouse = one building with a garage and a library. Raw material stays in bronze. Clean folders sit in silver. Published reports sit in gold.</a:t>
            </a:r>
          </a:p>
          <a:p/>
          <a:p>
            <a:r>
              <a:t>One-sentence definition: a single, organised home for all of the bank’s data — economical enough to keep everything, structured enough to trust for reports, risk, and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IT WORKS — speaking notes</a:t>
            </a:r>
          </a:p>
          <a:p>
            <a:r>
              <a:t>Supermarket analogy: loading dock → stockroom → shelf.</a:t>
            </a:r>
          </a:p>
          <a:p/>
          <a:p>
            <a:r>
              <a:t>Ingestion: core banking, cards, loans, digital channels, payments, HR, market data.</a:t>
            </a:r>
          </a:p>
          <a:p/>
          <a:p>
            <a:r>
              <a:t>Storage with bronze / silver / gold:</a:t>
            </a:r>
          </a:p>
          <a:p>
            <a:r>
              <a:t>• Bronze: raw, like a sealed evidence bag.</a:t>
            </a:r>
          </a:p>
          <a:p>
            <a:r>
              <a:t>• Silver: cleaned and joined. “Customer ID” means the same across the bank.</a:t>
            </a:r>
          </a:p>
          <a:p>
            <a:r>
              <a:t>• Gold: business-ready. The IFRS number, the NPL ratio, the customer 360 view.</a:t>
            </a:r>
          </a:p>
          <a:p/>
          <a:p>
            <a:r>
              <a:t>Consumption: BI packs, risk engines, finance reports, and data science all drink from the same tap.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WE NEED IT — speaking notes</a:t>
            </a:r>
          </a:p>
          <a:p>
            <a:r>
              <a:t>1. One source of truth — stop competing versions of “the number”.</a:t>
            </a:r>
          </a:p>
          <a:p>
            <a:r>
              <a:t>2. Faster reports — month-end, ALCO, and the regulator.</a:t>
            </a:r>
          </a:p>
          <a:p>
            <a:r>
              <a:t>3. Better risk, finance, and Customer 360.</a:t>
            </a:r>
          </a:p>
          <a:p>
            <a:r>
              <a:t>4. AI on data we can explain, mask, and audit.</a:t>
            </a:r>
          </a:p>
          <a:p/>
          <a:p>
            <a:r>
              <a:t>Peer banks (public case studies, not a forecast):</a:t>
            </a:r>
          </a:p>
          <a:p>
            <a:r>
              <a:t>• Krungsri Bank: 5× platform performance; faster regulatory reporting.</a:t>
            </a:r>
          </a:p>
          <a:p>
            <a:r>
              <a:t>• Bank Mandiri: processing 7 days → hours; loans 5 days → 1 day.</a:t>
            </a:r>
          </a:p>
          <a:p>
            <a:r>
              <a:t>• Regions Bank: +95% fraud capture, −30% false positives, −50% daily fraud losses.</a:t>
            </a:r>
          </a:p>
          <a:p>
            <a:r>
              <a:t>• Bank Danamon: +300% campaign conversion; −30% fraud incidents.</a:t>
            </a:r>
          </a:p>
          <a:p>
            <a:r>
              <a:t>• Bank BRI: fraud detection from two months to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ON-PREMISES PLATFORM — speaking notes</a:t>
            </a:r>
          </a:p>
          <a:p>
            <a:r>
              <a:t>Nothing leaves the bank. Commercial products we deploy and harden in our data centres.</a:t>
            </a:r>
          </a:p>
          <a:p/>
          <a:p>
            <a:r>
              <a:t>1. Lakehouse suite — Cloudera Data Platform or equivalent, installed here.</a:t>
            </a:r>
          </a:p>
          <a:p>
            <a:r>
              <a:t>2. SQL engine — Starburst Enterprise or native enterprise SQL.</a:t>
            </a:r>
          </a:p>
          <a:p>
            <a:r>
              <a:t>3. Catalog/governance — Collibra / Informatica / platform governance.</a:t>
            </a:r>
          </a:p>
          <a:p>
            <a:r>
              <a:t>4. ETL — Informatica PowerCenter or IBM DataStage.</a:t>
            </a:r>
          </a:p>
          <a:p>
            <a:r>
              <a:t>5. BI — Power BI Report Server or Tableau Server, pointed at on-prem gold.</a:t>
            </a:r>
          </a:p>
          <a:p/>
          <a:p>
            <a:r>
              <a:t>If asked “why not public cloud?”: bank policy is on-premises. This architecture respects that and still gives us a modern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WAVE 1 — speaking notes</a:t>
            </a:r>
          </a:p>
          <a:p>
            <a:r>
              <a:t>0–12 months. Deliberately unglamorous. Foundation first.</a:t>
            </a:r>
          </a:p>
          <a:p/>
          <a:p>
            <a:r>
              <a:t>• EDW modernisation and consolidation — retire duplicate copies.</a:t>
            </a:r>
          </a:p>
          <a:p>
            <a:r>
              <a:t>• Regulatory and financial reporting with lineage.</a:t>
            </a:r>
          </a:p>
          <a:p>
            <a:r>
              <a:t>• Customer 360 and self-service analytics.</a:t>
            </a:r>
          </a:p>
          <a:p/>
          <a:p>
            <a:r>
              <a:t>What changes: trust the numbers, close the books faster, see the customer as one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WAVES 2 AND 3 — speaking notes</a:t>
            </a:r>
          </a:p>
          <a:p>
            <a:r>
              <a:t>Wave 2 (6–18 months): near-real-time fraud; intraday credit and limits; AML with fewer false positives. Risk and financial-crime teams work from live data.</a:t>
            </a:r>
          </a:p>
          <a:p/>
          <a:p>
            <a:r>
              <a:t>Wave 3 (12–36 months): feature store and MLOps; GenAI assistants; hyper-personalisation. AI runs on the gold data the bank already trusts.</a:t>
            </a:r>
          </a:p>
          <a:p/>
          <a:p>
            <a:r>
              <a:t>Do not start Wave 3 at scale until lineage, masking, and the model inventory are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— speaking notes</a:t>
            </a:r>
          </a:p>
          <a:p>
            <a:r>
              <a:t>A lakehouse without governance is just a bigger garage.</a:t>
            </a:r>
          </a:p>
          <a:p/>
          <a:p>
            <a:r>
              <a:t>1. Catalog + lineage — when Audit asks “why is NPL 1.4%?”, we show the path.</a:t>
            </a:r>
          </a:p>
          <a:p>
            <a:r>
              <a:t>2. Access + masking — need-to-know. PII masked by default.</a:t>
            </a:r>
          </a:p>
          <a:p>
            <a:r>
              <a:t>3. Quality gates — bronze can be messy; gold cannot.</a:t>
            </a:r>
          </a:p>
          <a:p/>
          <a:p>
            <a:r>
              <a:t>Operations: separate BI / risk / data-science workloads; cost monitoring; automated pipelines and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— speaking notes</a:t>
            </a:r>
          </a:p>
          <a:p>
            <a:r>
              <a:t>The lakehouse is the prerequisite for safe AI.</a:t>
            </a:r>
          </a:p>
          <a:p/>
          <a:p>
            <a:r>
              <a:t>• Unified governed data — no shadow copies for data science.</a:t>
            </a:r>
          </a:p>
          <a:p>
            <a:r>
              <a:t>• Feature store and model registry — explainable to Risk and Audit.</a:t>
            </a:r>
          </a:p>
          <a:p>
            <a:r>
              <a:t>• GenAI copilot — questions in everyday language, only on allowed gold data.</a:t>
            </a:r>
          </a:p>
          <a:p/>
          <a:p>
            <a:r>
              <a:t>Examples: credit scoring; collections optimisation; RM briefing and regulatory-pack drafting. A human remains accountable. GenAI never becomes a second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speaking notes</a:t>
            </a:r>
          </a:p>
          <a:p>
            <a:r>
              <a:t>Ask for three things, not a blank cheque:</a:t>
            </a:r>
          </a:p>
          <a:p>
            <a:r>
              <a:t>1. Endorse the on-premises lakehouse as the strategic platform.</a:t>
            </a:r>
          </a:p>
          <a:p>
            <a:r>
              <a:t>2. Sponsor Wave 1 with named executives.</a:t>
            </a:r>
          </a:p>
          <a:p>
            <a:r>
              <a:t>3. Keep it in our data centres with enterprise vendors.</a:t>
            </a:r>
          </a:p>
          <a:p/>
          <a:p>
            <a:r>
              <a:t>Next 90 days: architecture and product shortlist; Finance / Risk / Customer domains; governance working group; investment case.</a:t>
            </a:r>
          </a:p>
          <a:p/>
          <a:p>
            <a:r>
              <a:t>Close: we do not need another warehouse, another mart, and another Excel. We need one home for the bank’s data — organised, governed, and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what_is_lake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how_it_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why_we_need_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onprem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wav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wave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next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